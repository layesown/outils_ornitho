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9144000" cy="7315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ORNI-LAB
Laboratoire pédagogique interactif
en écologie quantitative des oiseaux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918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2B788"/>
                </a:solidFill>
              </a:rPr>
              <a:t>Formation à l'outil  -  L3 / Master  -  [Date]  -  [Établissement]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492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ORNI-LAB  -  Abdoulaye Diop  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Le problème pédagogique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8503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Les méthodes quantitatives en ornithologie sont abstraites à enseigner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R et Python demandent une courbe d'apprentissage importante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Les étudiants ont du mal à visualiser l'effet d'un paramètre sans coder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=&gt; ORNI-LAB permet d'explorer les modèles sans programmer,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 de façon interactive, en temps réel.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6A4F"/>
                </a:solidFill>
              </a:rPr>
              <a:t>  Insister : l'outil ne remplace pas R mais prépare à le comprendre.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18 simulateurs interactifs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17720" y="1097280"/>
            <a:ext cx="45720" cy="53035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332"/>
                </a:solidFill>
              </a:rPr>
              <a:t>Biostatistique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Analyse CSV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Statistiques descriptives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Corrélation &amp; régression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Tests statistiques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GLM Comptage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Modèles mixtes (LMM)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Domaine vital - MCP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Domaine vital - KDE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4332"/>
                </a:solidFill>
              </a:rPr>
              <a:t>Dynamique des populations (10)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002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Richesse &amp; diversité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Croissance exponentielle / logistique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Matrices de Leslie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Capture-Marquage-Recapture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Modèles d'occupation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Distance sampling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Lotka-Volterra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Séries temporelles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PVA &amp; conservation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  Scénarios de 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S'adapter à chaque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617720" y="1097280"/>
            <a:ext cx="45720" cy="53035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002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MODE ÉTUDIANT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- Interface épurée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- Graphiques interactifs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- Métriques clés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- Interprétation guidée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002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MODE ENSEIGNANT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- Tout le mode Étudiant +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- Formules mathématiques (LaTeX)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- Notes pédagogiques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- Hypothèses implicites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B4332"/>
                </a:solidFill>
              </a:rPr>
              <a:t>- Limites du modèle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Prise en main en 2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8503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1.  Lancer ORNI-LAB.bat (ou : streamlit run app.py)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2.  Observer la barre latérale : Mode -&gt; Section -&gt; Module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3.  Choisir 'Croissance exponentielle / logistique'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4.  Bouger le curseur  r  (taux de croissance)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5.  Observer le changement en temps réel sur le graphique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Survol (hover) : affiche les valeurs exactes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Double-clic    : réinitialise le zoom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6A4F"/>
                </a:solidFill>
              </a:rPr>
              <a:t>  Démo en direct. Montrer le hover et le zoom Plotly.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Travailler avec ses propres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8503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Format CSV  -  séparateur auto-détecté (virgule, point-virgule, tabulation)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Colonnes numériques et catégoriques identifiées automatiquement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Valeurs manquantes détectées et signalées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Décimales : point  ou  virgule  acceptés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Compatible avec :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-&gt; Exports de tableurs (Excel, LibreOffice)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-&gt; Loggers GPS (format terrain)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-&gt; Applications de suivi (STOC, LPO, Faune-France...)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Module phare - Analyse de viabilité (PVA)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8503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~250 trajectoires stochastiques simulées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Paramètres : N0,  r-moyen,  sigma (variabilité),  K,  seuil de quasi-extinction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Résultat : probabilité de quasi-extinction sur l'horizon choisi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Export PDF avec paramètres + résultat + interprétation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Risque de quasi-extinction = proportion de simulations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passant sous le seuil critique au moins une fois.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=&gt; Ce n'est pas une date d'extinction. C'est une mesure de fragilité.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6A4F"/>
                </a:solidFill>
              </a:rPr>
              <a:t>  Un risque de 35% ne prédit pas l'extinction - il mesure la vulnérabilité sous les hypothèses choisies.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Module phare - Matrices de Leslie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8503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Entrée : fécondités et survies par classe d'âge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Calcul du taux de croissance asymptotique  lambda  (valeur propre dominante)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 lambda &gt; 1  =&gt;  croissance à long terme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 lambda = 1  =&gt;  stabilité théorique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 lambda &lt; 1  =&gt;  déclin à long terme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Sensibilité &amp; élasticité : quel paramètre a le plus d'impact sur lambda ?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Application directe : prioriser les actions de conservation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6A4F"/>
                </a:solidFill>
              </a:rPr>
              <a:t>  Ex. : élasticité survie adulte (0.52) &gt;&gt; fécondité (0.12) =&gt; protéger les adultes d'abord.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Comparer des actions de conservation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8503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Trois scénarios comparés en parallèle :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A.  Restauration d'habitat       =&gt;  augmenter K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B.  Réduction de la mortalité    =&gt;  diminuer les pertes annuelles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C.  Translocation                =&gt;  augmenter N0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Critères de comparaison :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- Risque de quasi-extinction final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- Médiane de l'effectif projeté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- Faisabilité et coût (discussion)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9436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6A4F"/>
                </a:solidFill>
              </a:rPr>
              <a:t>  Les étudiants jouent le rôle de gestionnaires et justifient leur choix avec des chiffres.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Intégrer ORNI-LAB dans vos 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8503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Cours magistral   =&gt;  démo live, visualiser l'effet d'un paramètre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TP informatique   =&gt;  fiches guidées par module (fournies)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Travail personnel =&gt;  exploration libre + export PDF/CSV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Évaluation        =&gt;  exporter un scénario, rédiger une note d'interprétation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Cursus recommandé (4 x 3h) :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Séance 1 : Biostat de base    (CSV, stats, régression)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Séance 2 : Biostat avancées   (tests, GLM, LMM, GPS)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Séance 3 : Dynamique          (diversité, croissance, Leslie, CMR)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Séance 4 : Conservation       (occupation, PVA, scénarios)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Produire un rendu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8503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PDF   =&gt;  paramètres + résultats + interprétation  (compte-rendu, rapport)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CSV   =&gt;  données simulées ou analysées            (traitement R / Excel)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PNG   =&gt;  graphique via bouton Plotly              (présentation, rapport)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Le PDF est généré en un clic depuis chaque module.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Les symboles scientifiques (lambda, alpha, beta, sigma) sont normalisés automatiquement.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Ce que l'outil ne fait 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8503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Les jeux de données par défaut sont SYNTHÉTIQUES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=&gt; Apprendre la méthode, pas produire une conclusion biologique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Une courbe bien ajustée  =/=  validation du mécanisme biologique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Une p-value faible       =/=  importance écologique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Un risque PVA dépend FORTEMENT des hypothèses sur sigma et le seuil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- La détectabilité n'est pas corrigée dans tous les modules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=&gt; Le mode Enseignant liste explicitement les limites de chaque modèle.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Pour aller plus loin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8503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docs/guide_scientifique.md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-&gt; Variables, hypothèses, interprétations détaillées (18 modules)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docs/formation/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-&gt; Fiches pédagogiques biostat + dynamique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-&gt; TP séances 1 à 4 (exercices guidés + questions)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-&gt; Ce guide de présentation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Mode Enseignant dans l'application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B4332"/>
                </a:solidFill>
              </a:rPr>
              <a:t>  -&gt; Notes pédagogiques et références dans chaque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217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B78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9144000" cy="7315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Questions &amp; Exploration libre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2B788"/>
                </a:solidFill>
              </a:rPr>
              <a:t>Choisissez un module, explorez, exportez un PDF.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492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ORNI-LAB  -  Abdoulaye Diop  -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